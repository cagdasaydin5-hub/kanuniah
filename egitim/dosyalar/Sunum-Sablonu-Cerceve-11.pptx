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9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11: Minimal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43000"/>
            <a:ext cx="1426464" cy="0"/>
          </a:xfrm>
          <a:prstGeom prst="line">
            <a:avLst/>
          </a:prstGeom>
          <a:ln w="38100">
            <a:solidFill>
              <a:srgbClr val="6E1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