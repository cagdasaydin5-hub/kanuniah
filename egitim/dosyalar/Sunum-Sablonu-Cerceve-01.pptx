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2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0: Kapak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1: Klasik şerit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Tasarım 12: Bölüm geçişi (bordo zemin)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ap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21992" y="2103120"/>
            <a:ext cx="5577840" cy="12801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Sunum Başlığı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21992" y="34747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2D7DC"/>
                </a:solidFill>
                <a:latin typeface="Calibri"/>
              </a:rPr>
              <a:t>Alt başlık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1992" y="4160520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Dr. Ad Soyad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21992" y="45262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F2D7DC"/>
                </a:solidFill>
                <a:latin typeface="Calibri"/>
              </a:rPr>
              <a:t>Seminer  ·  Tarih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6E1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"/>
            <a:ext cx="12191695" cy="27432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02710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11854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457200" y="6419088"/>
            <a:ext cx="11155680" cy="0"/>
          </a:xfrm>
          <a:prstGeom prst="line">
            <a:avLst/>
          </a:prstGeom>
          <a:ln w="9525">
            <a:solidFill>
              <a:srgbClr val="DDD3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6F7478"/>
                </a:solidFill>
                <a:latin typeface="Calibri"/>
              </a:rPr>
              <a:t>Trabzon Üniversitesi Tıp Fakültesi  ·  Aile Hekimliği Anabilim Dalı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" y="411480"/>
            <a:ext cx="107899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6E1023"/>
                </a:solidFill>
                <a:latin typeface="Calibri"/>
              </a:rPr>
              <a:t>Slayt başlığı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097280"/>
            <a:ext cx="566928" cy="566928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737360"/>
            <a:ext cx="566928" cy="566928"/>
          </a:xfrm>
          <a:prstGeom prst="rect">
            <a:avLst/>
          </a:prstGeom>
          <a:solidFill>
            <a:srgbClr val="FFFFF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173736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420624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4846320"/>
            <a:ext cx="566928" cy="566928"/>
          </a:xfrm>
          <a:prstGeom prst="rect">
            <a:avLst/>
          </a:prstGeom>
          <a:solidFill>
            <a:srgbClr val="FFFFF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92640" y="402336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332720" y="4023360"/>
            <a:ext cx="566928" cy="56692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332720" y="4663440"/>
            <a:ext cx="566928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5577840"/>
            <a:ext cx="7315200" cy="4572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60920" y="5577840"/>
            <a:ext cx="32004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02710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118543" y="0"/>
            <a:ext cx="36576" cy="6858000"/>
          </a:xfrm>
          <a:prstGeom prst="rect">
            <a:avLst/>
          </a:prstGeom>
          <a:solidFill>
            <a:srgbClr val="4FA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237744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Bölüm başlığı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5661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2D7DC"/>
                </a:solidFill>
                <a:latin typeface="Calibri"/>
              </a:rPr>
              <a:t>Alt başlık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