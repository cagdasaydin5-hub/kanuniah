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1: Klasik şerit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E1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27432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419088"/>
            <a:ext cx="11155680" cy="0"/>
          </a:xfrm>
          <a:prstGeom prst="line">
            <a:avLst/>
          </a:prstGeom>
          <a:ln w="9525">
            <a:solidFill>
              <a:srgbClr val="DDD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F7478"/>
                </a:solidFill>
                <a:latin typeface="Calibri"/>
              </a:rPr>
              <a:t>Trabzon Üniversitesi Tıp Fakültesi  ·  Aile Hekimliği Anabilim Dalı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1148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E1023"/>
                </a:solidFill>
                <a:latin typeface="Calibri"/>
              </a:rPr>
              <a:t>Slayt başlığı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