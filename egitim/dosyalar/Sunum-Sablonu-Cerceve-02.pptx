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2: Bordo başlık bandı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kanu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128016"/>
            <a:ext cx="795528" cy="795528"/>
          </a:xfrm>
          <a:prstGeom prst="rect">
            <a:avLst/>
          </a:prstGeom>
        </p:spPr>
      </p:pic>
      <p:pic>
        <p:nvPicPr>
          <p:cNvPr id="5" name="Picture 4" descr="logo_t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128016"/>
            <a:ext cx="795528" cy="795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201168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Slayt başlığı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6419088"/>
            <a:ext cx="11155680" cy="0"/>
          </a:xfrm>
          <a:prstGeom prst="line">
            <a:avLst/>
          </a:prstGeom>
          <a:ln w="9525">
            <a:solidFill>
              <a:srgbClr val="DDD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