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3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61" r:id="rId13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13" Type="http://schemas.openxmlformats.org/officeDocument/2006/relationships/slide" Target="slides/slide6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Tasarım 0: Kapak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Tasarım 5: Köşe kareler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Tasarım 12: Bölüm geçişi (bordo zemin)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kapa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221992" y="2103120"/>
            <a:ext cx="5577840" cy="128016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"/>
              </a:rPr>
              <a:t>Sunum Başlığı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21992" y="3474720"/>
            <a:ext cx="55778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0">
                <a:solidFill>
                  <a:srgbClr val="F2D7DC"/>
                </a:solidFill>
                <a:latin typeface="Calibri"/>
              </a:rPr>
              <a:t>Alt başlık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21992" y="4160520"/>
            <a:ext cx="55778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Dr. Ad Soyad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21992" y="4526280"/>
            <a:ext cx="55778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F2D7DC"/>
                </a:solidFill>
                <a:latin typeface="Calibri"/>
              </a:rPr>
              <a:t>Seminer  ·  Tarih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6E10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"/>
            <a:ext cx="12191695" cy="27432"/>
          </a:xfrm>
          <a:prstGeom prst="rect">
            <a:avLst/>
          </a:prstGeom>
          <a:solidFill>
            <a:srgbClr val="4FA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292840" y="274320"/>
            <a:ext cx="457200" cy="457200"/>
          </a:xfrm>
          <a:prstGeom prst="rect">
            <a:avLst/>
          </a:prstGeom>
          <a:solidFill>
            <a:srgbClr val="6E1023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744200" y="274320"/>
            <a:ext cx="457200" cy="457200"/>
          </a:xfrm>
          <a:prstGeom prst="rect">
            <a:avLst/>
          </a:prstGeom>
          <a:solidFill>
            <a:srgbClr val="6E1023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92840" y="822960"/>
            <a:ext cx="457200" cy="457200"/>
          </a:xfrm>
          <a:prstGeom prst="rect">
            <a:avLst/>
          </a:prstGeom>
          <a:solidFill>
            <a:srgbClr val="6E1023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195560" y="274320"/>
            <a:ext cx="457200" cy="457200"/>
          </a:xfrm>
          <a:prstGeom prst="rect">
            <a:avLst/>
          </a:prstGeom>
          <a:solidFill>
            <a:srgbClr val="6E1023">
              <a:alpha val="3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292840" y="1371600"/>
            <a:ext cx="457200" cy="457200"/>
          </a:xfrm>
          <a:prstGeom prst="rect">
            <a:avLst/>
          </a:prstGeom>
          <a:solidFill>
            <a:srgbClr val="6E1023">
              <a:alpha val="3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744200" y="822960"/>
            <a:ext cx="457200" cy="457200"/>
          </a:xfrm>
          <a:prstGeom prst="rect">
            <a:avLst/>
          </a:prstGeom>
          <a:solidFill>
            <a:srgbClr val="6E1023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2027103" y="0"/>
            <a:ext cx="36576" cy="6858000"/>
          </a:xfrm>
          <a:prstGeom prst="rect">
            <a:avLst/>
          </a:prstGeom>
          <a:solidFill>
            <a:srgbClr val="4FA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2118543" y="0"/>
            <a:ext cx="36576" cy="6858000"/>
          </a:xfrm>
          <a:prstGeom prst="rect">
            <a:avLst/>
          </a:prstGeom>
          <a:solidFill>
            <a:srgbClr val="4FA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457200" y="6419088"/>
            <a:ext cx="11155680" cy="0"/>
          </a:xfrm>
          <a:prstGeom prst="line">
            <a:avLst/>
          </a:prstGeom>
          <a:ln w="9525">
            <a:solidFill>
              <a:srgbClr val="DDD3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57200" y="6473952"/>
            <a:ext cx="731520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6F7478"/>
                </a:solidFill>
                <a:latin typeface="Calibri"/>
              </a:rPr>
              <a:t>Trabzon Üniversitesi Tıp Fakültesi  ·  Aile Hekimliği Anabilim Dalı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16" y="411480"/>
            <a:ext cx="91440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800" b="1">
                <a:solidFill>
                  <a:srgbClr val="6E1023"/>
                </a:solidFill>
                <a:latin typeface="Calibri"/>
              </a:rPr>
              <a:t>Slayt başlığı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E10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097280"/>
            <a:ext cx="566928" cy="566928"/>
          </a:xfrm>
          <a:prstGeom prst="rect">
            <a:avLst/>
          </a:prstGeom>
          <a:solidFill>
            <a:srgbClr val="FFFFFF">
              <a:alpha val="1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1737360"/>
            <a:ext cx="566928" cy="566928"/>
          </a:xfrm>
          <a:prstGeom prst="rect">
            <a:avLst/>
          </a:prstGeom>
          <a:solidFill>
            <a:srgbClr val="FFFFFF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05840" y="1737360"/>
            <a:ext cx="566928" cy="566928"/>
          </a:xfrm>
          <a:prstGeom prst="rect">
            <a:avLst/>
          </a:prstGeom>
          <a:solidFill>
            <a:srgbClr val="FFFFFF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4206240"/>
            <a:ext cx="566928" cy="566928"/>
          </a:xfrm>
          <a:prstGeom prst="rect">
            <a:avLst/>
          </a:prstGeom>
          <a:solidFill>
            <a:srgbClr val="FFFFFF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05840" y="4846320"/>
            <a:ext cx="566928" cy="566928"/>
          </a:xfrm>
          <a:prstGeom prst="rect">
            <a:avLst/>
          </a:prstGeom>
          <a:solidFill>
            <a:srgbClr val="FFFFFF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692640" y="4023360"/>
            <a:ext cx="566928" cy="566928"/>
          </a:xfrm>
          <a:prstGeom prst="rect">
            <a:avLst/>
          </a:prstGeom>
          <a:solidFill>
            <a:srgbClr val="FFFFFF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332720" y="4023360"/>
            <a:ext cx="566928" cy="566928"/>
          </a:xfrm>
          <a:prstGeom prst="rect">
            <a:avLst/>
          </a:prstGeom>
          <a:solidFill>
            <a:srgbClr val="FFFFFF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332720" y="4663440"/>
            <a:ext cx="566928" cy="566928"/>
          </a:xfrm>
          <a:prstGeom prst="rect">
            <a:avLst/>
          </a:prstGeom>
          <a:solidFill>
            <a:srgbClr val="FFFFFF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5577840"/>
            <a:ext cx="7315200" cy="45720"/>
          </a:xfrm>
          <a:prstGeom prst="rect">
            <a:avLst/>
          </a:prstGeom>
          <a:solidFill>
            <a:srgbClr val="4FA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60920" y="5577840"/>
            <a:ext cx="320040" cy="45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027103" y="0"/>
            <a:ext cx="36576" cy="6858000"/>
          </a:xfrm>
          <a:prstGeom prst="rect">
            <a:avLst/>
          </a:prstGeom>
          <a:solidFill>
            <a:srgbClr val="4FA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2118543" y="0"/>
            <a:ext cx="36576" cy="6858000"/>
          </a:xfrm>
          <a:prstGeom prst="rect">
            <a:avLst/>
          </a:prstGeom>
          <a:solidFill>
            <a:srgbClr val="4FA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11680" y="2377440"/>
            <a:ext cx="8229600" cy="109728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Bölüm başlığı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11680" y="3566160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F2D7DC"/>
                </a:solidFill>
                <a:latin typeface="Calibri"/>
              </a:rPr>
              <a:t>Alt başlık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