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1" r:id="rId13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5: Köşe kareler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27432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92840" y="274320"/>
            <a:ext cx="457200" cy="457200"/>
          </a:xfrm>
          <a:prstGeom prst="rect">
            <a:avLst/>
          </a:prstGeom>
          <a:solidFill>
            <a:srgbClr val="6E102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44200" y="274320"/>
            <a:ext cx="457200" cy="457200"/>
          </a:xfrm>
          <a:prstGeom prst="rect">
            <a:avLst/>
          </a:prstGeom>
          <a:solidFill>
            <a:srgbClr val="6E10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92840" y="822960"/>
            <a:ext cx="457200" cy="457200"/>
          </a:xfrm>
          <a:prstGeom prst="rect">
            <a:avLst/>
          </a:prstGeom>
          <a:solidFill>
            <a:srgbClr val="6E102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5560" y="274320"/>
            <a:ext cx="457200" cy="457200"/>
          </a:xfrm>
          <a:prstGeom prst="rect">
            <a:avLst/>
          </a:prstGeom>
          <a:solidFill>
            <a:srgbClr val="6E102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92840" y="1371600"/>
            <a:ext cx="457200" cy="457200"/>
          </a:xfrm>
          <a:prstGeom prst="rect">
            <a:avLst/>
          </a:prstGeom>
          <a:solidFill>
            <a:srgbClr val="6E102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44200" y="822960"/>
            <a:ext cx="457200" cy="457200"/>
          </a:xfrm>
          <a:prstGeom prst="rect">
            <a:avLst/>
          </a:prstGeom>
          <a:solidFill>
            <a:srgbClr val="6E1023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19088"/>
            <a:ext cx="11155680" cy="0"/>
          </a:xfrm>
          <a:prstGeom prst="line">
            <a:avLst/>
          </a:prstGeom>
          <a:ln w="9525">
            <a:solidFill>
              <a:srgbClr val="DDD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1148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