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66" r:id="rId18"/>
    <p:sldId id="268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18" Type="http://schemas.openxmlformats.org/officeDocument/2006/relationships/slide" Target="slides/slide2.xml"/><Relationship Id="rId20" Type="http://schemas.openxmlformats.org/officeDocument/2006/relationships/slide" Target="slides/slide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Tasarım 0: Kapak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Tasarım 10: Sağ bordo panel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Tasarım 12: Bölüm geçişi (bordo zemin)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1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8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kapa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221992" y="2103120"/>
            <a:ext cx="5577840" cy="128016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Calibri"/>
              </a:rPr>
              <a:t>Sunum Başlığı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21992" y="3474720"/>
            <a:ext cx="557784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800" b="0">
                <a:solidFill>
                  <a:srgbClr val="F2D7DC"/>
                </a:solidFill>
                <a:latin typeface="Calibri"/>
              </a:rPr>
              <a:t>Alt başlık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21992" y="4160520"/>
            <a:ext cx="557784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Calibri"/>
              </a:rPr>
              <a:t>Dr. Ad Soyad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21992" y="4526280"/>
            <a:ext cx="557784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0">
                <a:solidFill>
                  <a:srgbClr val="F2D7DC"/>
                </a:solidFill>
                <a:latin typeface="Calibri"/>
              </a:rPr>
              <a:t>Seminer  ·  Tarih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174175" y="0"/>
            <a:ext cx="3017520" cy="6858000"/>
          </a:xfrm>
          <a:prstGeom prst="rect">
            <a:avLst/>
          </a:prstGeom>
          <a:solidFill>
            <a:srgbClr val="6E10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128455" y="0"/>
            <a:ext cx="45720" cy="6858000"/>
          </a:xfrm>
          <a:prstGeom prst="rect">
            <a:avLst/>
          </a:prstGeom>
          <a:solidFill>
            <a:srgbClr val="4FA3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814255" y="548640"/>
            <a:ext cx="548640" cy="548640"/>
          </a:xfrm>
          <a:prstGeom prst="rect">
            <a:avLst/>
          </a:prstGeom>
          <a:solidFill>
            <a:srgbClr val="FFFFFF">
              <a:alpha val="2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0454335" y="548640"/>
            <a:ext cx="548640" cy="548640"/>
          </a:xfrm>
          <a:prstGeom prst="rect">
            <a:avLst/>
          </a:prstGeom>
          <a:solidFill>
            <a:srgbClr val="FFFFFF">
              <a:alpha val="3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814255" y="1188720"/>
            <a:ext cx="548640" cy="548640"/>
          </a:xfrm>
          <a:prstGeom prst="rect">
            <a:avLst/>
          </a:prstGeom>
          <a:solidFill>
            <a:srgbClr val="FFFFFF">
              <a:alpha val="3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0454335" y="1188720"/>
            <a:ext cx="548640" cy="548640"/>
          </a:xfrm>
          <a:prstGeom prst="rect">
            <a:avLst/>
          </a:prstGeom>
          <a:solidFill>
            <a:srgbClr val="FFFFFF">
              <a:alpha val="2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094415" y="1188720"/>
            <a:ext cx="548640" cy="548640"/>
          </a:xfrm>
          <a:prstGeom prst="rect">
            <a:avLst/>
          </a:prstGeom>
          <a:solidFill>
            <a:srgbClr val="FFFFFF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logo_tu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59975" y="5715000"/>
            <a:ext cx="731520" cy="731520"/>
          </a:xfrm>
          <a:prstGeom prst="rect">
            <a:avLst/>
          </a:prstGeom>
        </p:spPr>
      </p:pic>
      <p:pic>
        <p:nvPicPr>
          <p:cNvPr id="10" name="Picture 9" descr="logo_kanuni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74375" y="5715000"/>
            <a:ext cx="731520" cy="73152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85216" y="411480"/>
            <a:ext cx="822960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800" b="1">
                <a:solidFill>
                  <a:srgbClr val="6E1023"/>
                </a:solidFill>
                <a:latin typeface="Calibri"/>
              </a:rPr>
              <a:t>Slayt başlığı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5216" y="6400800"/>
            <a:ext cx="685800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>
                <a:solidFill>
                  <a:srgbClr val="6F7478"/>
                </a:solidFill>
                <a:latin typeface="Calibri"/>
              </a:rPr>
              <a:t>Trabzon Üniversitesi Tıp Fakültesi  ·  Aile Hekimliği Anabilim Dalı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6E10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097280"/>
            <a:ext cx="566928" cy="566928"/>
          </a:xfrm>
          <a:prstGeom prst="rect">
            <a:avLst/>
          </a:prstGeom>
          <a:solidFill>
            <a:srgbClr val="FFFFFF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65760" y="1737360"/>
            <a:ext cx="566928" cy="566928"/>
          </a:xfrm>
          <a:prstGeom prst="rect">
            <a:avLst/>
          </a:prstGeom>
          <a:solidFill>
            <a:srgbClr val="FFFFFF">
              <a:alpha val="1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05840" y="1737360"/>
            <a:ext cx="566928" cy="566928"/>
          </a:xfrm>
          <a:prstGeom prst="rect">
            <a:avLst/>
          </a:prstGeom>
          <a:solidFill>
            <a:srgbClr val="FFFFFF">
              <a:alpha val="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65760" y="4206240"/>
            <a:ext cx="566928" cy="566928"/>
          </a:xfrm>
          <a:prstGeom prst="rect">
            <a:avLst/>
          </a:prstGeom>
          <a:solidFill>
            <a:srgbClr val="FFFFFF">
              <a:alpha val="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005840" y="4846320"/>
            <a:ext cx="566928" cy="566928"/>
          </a:xfrm>
          <a:prstGeom prst="rect">
            <a:avLst/>
          </a:prstGeom>
          <a:solidFill>
            <a:srgbClr val="FFFFFF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692640" y="4023360"/>
            <a:ext cx="566928" cy="566928"/>
          </a:xfrm>
          <a:prstGeom prst="rect">
            <a:avLst/>
          </a:prstGeom>
          <a:solidFill>
            <a:srgbClr val="FFFFFF">
              <a:alpha val="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0332720" y="4023360"/>
            <a:ext cx="566928" cy="566928"/>
          </a:xfrm>
          <a:prstGeom prst="rect">
            <a:avLst/>
          </a:prstGeom>
          <a:solidFill>
            <a:srgbClr val="FFFFFF">
              <a:alpha val="1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0332720" y="4663440"/>
            <a:ext cx="566928" cy="566928"/>
          </a:xfrm>
          <a:prstGeom prst="rect">
            <a:avLst/>
          </a:prstGeom>
          <a:solidFill>
            <a:srgbClr val="FFFFFF">
              <a:alpha val="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5577840"/>
            <a:ext cx="7315200" cy="45720"/>
          </a:xfrm>
          <a:prstGeom prst="rect">
            <a:avLst/>
          </a:prstGeom>
          <a:solidFill>
            <a:srgbClr val="4FA3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360920" y="5577840"/>
            <a:ext cx="320040" cy="457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2027103" y="0"/>
            <a:ext cx="36576" cy="6858000"/>
          </a:xfrm>
          <a:prstGeom prst="rect">
            <a:avLst/>
          </a:prstGeom>
          <a:solidFill>
            <a:srgbClr val="4FA3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2118543" y="0"/>
            <a:ext cx="36576" cy="6858000"/>
          </a:xfrm>
          <a:prstGeom prst="rect">
            <a:avLst/>
          </a:prstGeom>
          <a:solidFill>
            <a:srgbClr val="4FA3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011680" y="2377440"/>
            <a:ext cx="8229600" cy="109728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Calibri"/>
              </a:rPr>
              <a:t>Bölüm başlığı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011680" y="3566160"/>
            <a:ext cx="82296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000" b="0">
                <a:solidFill>
                  <a:srgbClr val="F2D7DC"/>
                </a:solidFill>
                <a:latin typeface="Calibri"/>
              </a:rPr>
              <a:t>Alt başlık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