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6" r:id="rId18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10: Sağ bordo panel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74175" y="0"/>
            <a:ext cx="3017520" cy="6858000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0"/>
            <a:ext cx="45720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4255" y="548640"/>
            <a:ext cx="548640" cy="54864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454335" y="548640"/>
            <a:ext cx="548640" cy="548640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14255" y="1188720"/>
            <a:ext cx="548640" cy="548640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4335" y="1188720"/>
            <a:ext cx="548640" cy="54864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94415" y="1188720"/>
            <a:ext cx="548640" cy="54864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9975" y="5715000"/>
            <a:ext cx="731520" cy="731520"/>
          </a:xfrm>
          <a:prstGeom prst="rect">
            <a:avLst/>
          </a:prstGeom>
        </p:spPr>
      </p:pic>
      <p:pic>
        <p:nvPicPr>
          <p:cNvPr id="10" name="Picture 9" descr="logo_kanu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5715000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216" y="41148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4008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