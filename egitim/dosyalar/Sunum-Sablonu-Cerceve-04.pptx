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0" r:id="rId12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2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4: Alt bordo bant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7064"/>
            <a:ext cx="12191695" cy="36576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pic>
        <p:nvPicPr>
          <p:cNvPr id="6" name="Picture 5" descr="logo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6327648"/>
            <a:ext cx="457200" cy="457200"/>
          </a:xfrm>
          <a:prstGeom prst="rect">
            <a:avLst/>
          </a:prstGeom>
        </p:spPr>
      </p:pic>
      <p:pic>
        <p:nvPicPr>
          <p:cNvPr id="7" name="Picture 6" descr="logo_kan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6327648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