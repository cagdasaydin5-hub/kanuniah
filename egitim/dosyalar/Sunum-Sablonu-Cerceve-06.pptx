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2" r:id="rId14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6: Logolu başlık satırı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_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777240" cy="777240"/>
          </a:xfrm>
          <a:prstGeom prst="rect">
            <a:avLst/>
          </a:prstGeom>
        </p:spPr>
      </p:pic>
      <p:pic>
        <p:nvPicPr>
          <p:cNvPr id="3" name="Picture 2" descr="logo_kan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27432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17320" y="320040"/>
            <a:ext cx="9052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23015" cy="0"/>
          </a:xfrm>
          <a:prstGeom prst="line">
            <a:avLst/>
          </a:prstGeom>
          <a:ln w="25400">
            <a:solidFill>
              <a:srgbClr val="6E10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11480" y="1243584"/>
            <a:ext cx="2743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57200" y="6419088"/>
            <a:ext cx="11155680" cy="0"/>
          </a:xfrm>
          <a:prstGeom prst="line">
            <a:avLst/>
          </a:prstGeom>
          <a:ln w="9525">
            <a:solidFill>
              <a:srgbClr val="DDD3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47395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