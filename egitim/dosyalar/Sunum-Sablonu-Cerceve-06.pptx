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2" r:id="rId14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4" Type="http://schemas.openxmlformats.org/officeDocument/2006/relationships/slide" Target="slides/slide2.xml"/><Relationship Id="rId2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Tasarım 0: Kapak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Tasarım 6: Logolu başlık satırı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Tasarım 12: Bölüm geçişi (bordo zemin)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ap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21992" y="2103120"/>
            <a:ext cx="5577840" cy="128016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Sunum Başlığı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21992" y="347472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800" b="0">
                <a:solidFill>
                  <a:srgbClr val="F2D7DC"/>
                </a:solidFill>
                <a:latin typeface="Calibri"/>
              </a:rPr>
              <a:t>Alt başlık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21992" y="416052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Dr. Ad Soyad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21992" y="452628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F2D7DC"/>
                </a:solidFill>
                <a:latin typeface="Calibri"/>
              </a:rPr>
              <a:t>Seminer  ·  Tarih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_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74320"/>
            <a:ext cx="777240" cy="777240"/>
          </a:xfrm>
          <a:prstGeom prst="rect">
            <a:avLst/>
          </a:prstGeom>
        </p:spPr>
      </p:pic>
      <p:pic>
        <p:nvPicPr>
          <p:cNvPr id="3" name="Picture 2" descr="logo_kanu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7255" y="274320"/>
            <a:ext cx="77724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17320" y="320040"/>
            <a:ext cx="9052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>
                <a:solidFill>
                  <a:srgbClr val="6E1023"/>
                </a:solidFill>
                <a:latin typeface="Calibri"/>
              </a:rPr>
              <a:t>Slayt başlığı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11480" y="1207008"/>
            <a:ext cx="11323015" cy="0"/>
          </a:xfrm>
          <a:prstGeom prst="line">
            <a:avLst/>
          </a:prstGeom>
          <a:ln w="25400">
            <a:solidFill>
              <a:srgbClr val="6E10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11480" y="1243584"/>
            <a:ext cx="2743200" cy="45720"/>
          </a:xfrm>
          <a:prstGeom prst="rect">
            <a:avLst/>
          </a:prstGeom>
          <a:solidFill>
            <a:srgbClr val="4FA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457200" y="6419088"/>
            <a:ext cx="11155680" cy="0"/>
          </a:xfrm>
          <a:prstGeom prst="line">
            <a:avLst/>
          </a:prstGeom>
          <a:ln w="9525">
            <a:solidFill>
              <a:srgbClr val="DDD3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7200" y="6473952"/>
            <a:ext cx="73152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>
                <a:solidFill>
                  <a:srgbClr val="6F7478"/>
                </a:solidFill>
                <a:latin typeface="Calibri"/>
              </a:rPr>
              <a:t>Trabzon Üniversitesi Tıp Fakültesi  ·  Aile Hekimliği Anabilim Dalı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E10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097280"/>
            <a:ext cx="566928" cy="566928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1737360"/>
            <a:ext cx="566928" cy="566928"/>
          </a:xfrm>
          <a:prstGeom prst="rect">
            <a:avLst/>
          </a:prstGeom>
          <a:solidFill>
            <a:srgbClr val="FFFFFF">
              <a:alpha val="1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1737360"/>
            <a:ext cx="566928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4206240"/>
            <a:ext cx="566928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4846320"/>
            <a:ext cx="566928" cy="566928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92640" y="4023360"/>
            <a:ext cx="566928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332720" y="4023360"/>
            <a:ext cx="566928" cy="566928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332720" y="4663440"/>
            <a:ext cx="566928" cy="566928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5577840"/>
            <a:ext cx="7315200" cy="45720"/>
          </a:xfrm>
          <a:prstGeom prst="rect">
            <a:avLst/>
          </a:prstGeom>
          <a:solidFill>
            <a:srgbClr val="4FA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60920" y="5577840"/>
            <a:ext cx="320040" cy="45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2027103" y="0"/>
            <a:ext cx="36576" cy="6858000"/>
          </a:xfrm>
          <a:prstGeom prst="rect">
            <a:avLst/>
          </a:prstGeom>
          <a:solidFill>
            <a:srgbClr val="4FA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118543" y="0"/>
            <a:ext cx="36576" cy="6858000"/>
          </a:xfrm>
          <a:prstGeom prst="rect">
            <a:avLst/>
          </a:prstGeom>
          <a:solidFill>
            <a:srgbClr val="4FA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0" y="237744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Bölüm başlığı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5661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>
                <a:solidFill>
                  <a:srgbClr val="F2D7DC"/>
                </a:solidFill>
                <a:latin typeface="Calibri"/>
              </a:rPr>
              <a:t>Alt başlık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