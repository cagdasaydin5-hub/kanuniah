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9" r:id="rId11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0: Kapak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3: Sol bordo şerit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12: Bölüm geçişi (bordo zemin)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ap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1992" y="210312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Sunum Başlığı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1992" y="34747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1992" y="41605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Dr. Ad Soyad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992" y="45262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2D7DC"/>
                </a:solidFill>
                <a:latin typeface="Calibri"/>
              </a:rPr>
              <a:t>Seminer  ·  Tarih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6E1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0"/>
            <a:ext cx="45720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10819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62636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F7478"/>
                </a:solidFill>
                <a:latin typeface="Calibri"/>
              </a:rPr>
              <a:t>Trabzon Üniversitesi Tıp Fakültesi  ·  Aile Hekimliği Anabilim Dalı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6E1023"/>
                </a:solidFill>
                <a:latin typeface="Calibri"/>
              </a:rPr>
              <a:t>Slayt başlığı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97280"/>
            <a:ext cx="566928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737360"/>
            <a:ext cx="566928" cy="566928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737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4846320"/>
            <a:ext cx="56692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4023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32720" y="4023360"/>
            <a:ext cx="566928" cy="56692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20" y="46634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577840"/>
            <a:ext cx="7315200" cy="4572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5577840"/>
            <a:ext cx="3200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3774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Bölüm başlığı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