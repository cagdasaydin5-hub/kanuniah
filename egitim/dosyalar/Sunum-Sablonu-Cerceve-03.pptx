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9" r:id="rId11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2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3: Sol bordo şerit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6E1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0"/>
            <a:ext cx="45720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08192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626364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