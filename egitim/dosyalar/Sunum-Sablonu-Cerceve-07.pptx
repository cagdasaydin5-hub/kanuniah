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3" r:id="rId15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7: EKG çizgili başlık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41148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70432"/>
            <a:ext cx="6181344" cy="0"/>
          </a:xfrm>
          <a:prstGeom prst="line">
            <a:avLst/>
          </a:prstGeom>
          <a:ln w="22225">
            <a:solidFill>
              <a:srgbClr val="6E1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6766560" y="877824"/>
            <a:ext cx="2377440" cy="384048"/>
          </a:xfrm>
          <a:custGeom>
            <a:avLst/>
            <a:gdLst/>
            <a:ahLst/>
            <a:cxnLst/>
            <a:rect l="l" t="t" r="r" b="b"/>
            <a:pathLst>
              <a:path w="2377440" h="384048">
                <a:moveTo>
                  <a:pt x="0" y="292608"/>
                </a:moveTo>
                <a:lnTo>
                  <a:pt x="1474012" y="292608"/>
                </a:lnTo>
                <a:lnTo>
                  <a:pt x="1569110" y="246888"/>
                </a:lnTo>
                <a:lnTo>
                  <a:pt x="1664208" y="292608"/>
                </a:lnTo>
                <a:lnTo>
                  <a:pt x="1759305" y="292608"/>
                </a:lnTo>
                <a:lnTo>
                  <a:pt x="1830628" y="384048"/>
                </a:lnTo>
                <a:lnTo>
                  <a:pt x="1901952" y="0"/>
                </a:lnTo>
                <a:lnTo>
                  <a:pt x="1973275" y="347472"/>
                </a:lnTo>
                <a:lnTo>
                  <a:pt x="2044598" y="292608"/>
                </a:lnTo>
                <a:lnTo>
                  <a:pt x="2139696" y="237744"/>
                </a:lnTo>
                <a:lnTo>
                  <a:pt x="2234793" y="292608"/>
                </a:lnTo>
                <a:lnTo>
                  <a:pt x="2377440" y="292608"/>
                </a:lnTo>
              </a:path>
            </a:pathLst>
          </a:custGeom>
          <a:noFill/>
          <a:ln w="22225">
            <a:solidFill>
              <a:srgbClr val="6E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155680" cy="0"/>
          </a:xfrm>
          <a:prstGeom prst="line">
            <a:avLst/>
          </a:prstGeom>
          <a:ln w="9525">
            <a:solidFill>
              <a:srgbClr val="DDD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739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