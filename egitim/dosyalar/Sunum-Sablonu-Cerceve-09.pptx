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7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7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9: Ev motifi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E1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27432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229600" y="4023360"/>
            <a:ext cx="3657600" cy="2011680"/>
          </a:xfrm>
          <a:custGeom>
            <a:avLst/>
            <a:gdLst/>
            <a:ahLst/>
            <a:cxnLst/>
            <a:rect l="l" t="t" r="r" b="b"/>
            <a:pathLst>
              <a:path w="3657600" h="2011680">
                <a:moveTo>
                  <a:pt x="0" y="2011680"/>
                </a:moveTo>
                <a:lnTo>
                  <a:pt x="1828800" y="0"/>
                </a:lnTo>
                <a:lnTo>
                  <a:pt x="3657600" y="2011680"/>
                </a:lnTo>
              </a:path>
            </a:pathLst>
          </a:custGeom>
          <a:noFill/>
          <a:ln w="76200">
            <a:solidFill>
              <a:srgbClr val="E9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46920" y="4892040"/>
            <a:ext cx="384048" cy="384048"/>
          </a:xfrm>
          <a:prstGeom prst="rect">
            <a:avLst/>
          </a:prstGeom>
          <a:solidFill>
            <a:srgbClr val="EF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04120" y="4892040"/>
            <a:ext cx="384048" cy="384048"/>
          </a:xfrm>
          <a:prstGeom prst="rect">
            <a:avLst/>
          </a:prstGeom>
          <a:solidFill>
            <a:srgbClr val="E3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46920" y="5349240"/>
            <a:ext cx="384048" cy="384048"/>
          </a:xfrm>
          <a:prstGeom prst="rect">
            <a:avLst/>
          </a:prstGeom>
          <a:solidFill>
            <a:srgbClr val="EF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04120" y="5349240"/>
            <a:ext cx="384048" cy="384048"/>
          </a:xfrm>
          <a:prstGeom prst="rect">
            <a:avLst/>
          </a:prstGeom>
          <a:solidFill>
            <a:srgbClr val="EF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19088"/>
            <a:ext cx="11155680" cy="0"/>
          </a:xfrm>
          <a:prstGeom prst="line">
            <a:avLst/>
          </a:prstGeom>
          <a:ln w="9525">
            <a:solidFill>
              <a:srgbClr val="DDD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1148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