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4" r:id="rId16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6" Type="http://schemas.openxmlformats.org/officeDocument/2006/relationships/slide" Target="slides/slide2.xml"/><Relationship Id="rId2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0: Kapak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8: İnce çerçeve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12: Bölüm geçişi (bordo zemin)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ap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21992" y="2103120"/>
            <a:ext cx="557784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Sunum Başlığı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1992" y="34747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1992" y="41605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Dr. Ad Soyad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1992" y="45262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2D7DC"/>
                </a:solidFill>
                <a:latin typeface="Calibri"/>
              </a:rPr>
              <a:t>Seminer  ·  Tarih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19050">
            <a:solidFill>
              <a:srgbClr val="6E10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097280" cy="64008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11535" y="6611112"/>
            <a:ext cx="1097280" cy="64008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6E1023"/>
                </a:solidFill>
                <a:latin typeface="Calibri"/>
              </a:rPr>
              <a:t>Slayt başlığı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F7478"/>
                </a:solidFill>
                <a:latin typeface="Calibri"/>
              </a:rPr>
              <a:t>Trabzon Üniversitesi Tıp Fakültesi  ·  Aile Hekimliği Anabilim Dalı</a:t>
            </a:r>
          </a:p>
        </p:txBody>
      </p:sp>
      <p:pic>
        <p:nvPicPr>
          <p:cNvPr id="7" name="Picture 6" descr="logo_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59893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97280"/>
            <a:ext cx="566928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737360"/>
            <a:ext cx="566928" cy="566928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737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4846320"/>
            <a:ext cx="566928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92640" y="4023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32720" y="4023360"/>
            <a:ext cx="566928" cy="56692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32720" y="46634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577840"/>
            <a:ext cx="7315200" cy="4572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5577840"/>
            <a:ext cx="3200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2710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11854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3774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Bölüm başlığı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661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