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4" r:id="rId16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8: İnce çerçeve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" y="182880"/>
            <a:ext cx="11825935" cy="6492240"/>
          </a:xfrm>
          <a:prstGeom prst="rect">
            <a:avLst/>
          </a:prstGeom>
          <a:noFill/>
          <a:ln w="19050">
            <a:solidFill>
              <a:srgbClr val="6E10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182880"/>
            <a:ext cx="1097280" cy="64008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1535" y="6611112"/>
            <a:ext cx="1097280" cy="64008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  <p:pic>
        <p:nvPicPr>
          <p:cNvPr id="7" name="Picture 6" descr="logo_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598932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